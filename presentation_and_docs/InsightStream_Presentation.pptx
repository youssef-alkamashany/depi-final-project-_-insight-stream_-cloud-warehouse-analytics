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ENGINEERING · END-TO-END CASE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InsightStream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 &amp; Analytics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Testing · Documentation · Results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spc="1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
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Ahmed Mohamed Alkamashany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spc="1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Adel Abdelmola Abu Taleb    •    Abdullah Mohamed Ahmed    •    Omar Abdelgawad Mahmoud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07040" y="457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9122" y="659282"/>
            <a:ext cx="373075" cy="373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Reproducible Analytics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messy e-commerce order data from a Brazilian marketplace is ingested, staged, cleaned, modeled, tested, orchestrated daily, documented at three independent levels, and surfaced as a live BI dashboard — every step reproduced and explained.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engineering value isn't the dashboard — it's everything invisible built correctly first: a layered warehouse architecture, a four-level testing strategy that caught three real infrastructure defects, and documentation deep enough to rebuild the system from a blank machine.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554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55448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0" y="155448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orders processed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2770632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277063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2770632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layers: raw → silver → gold → BI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3986784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3986784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0" y="3986784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infrastructure defects found &amp; fixed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5202936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5202936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5202936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orchestration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Find Inside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18628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64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208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ELT design, medallion data model, and the real-world dataset that powers it all.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2795504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968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9535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four-level testing strategy, three real defects, and proof of reproducible runs.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372819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29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Documentation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8862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layers designed so the system outlives its author.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4660880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4622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8188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Power BI dashboard built on governed data — and what the numbers say.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5593568"/>
            <a:ext cx="316017" cy="3160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394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Conclusion &amp; Roadmap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75157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InsightStream proves, and the concrete next steps.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ELT Instead of ETL?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implements a modern ELT pipeline built entirely on cloud-native, industry-standard tools. Raw data is loaded first and transformed afterward inside the warehouse — taking advantage of Snowflake's elastic compute to run transformations at scale using 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ETL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logic lives in a separate processing engine before data reaches the warehouse.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schema change requires touching pipeline code outside the warehouse.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ETL server can bottleneck at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6060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834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(InsightStream)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338328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lands first, untouched; every transformation is a version-controlled SQL model.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Snowflake's compute scales independently of storage — transformations run as parallel, elastic SQL jobs.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source-of-truth stays in Bronze, ready to be re-run through corrected logic anytime.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ELT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Apache Airflow — DAG: load_raw_data → dbt_run → dbt_test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56716" y="2057400"/>
            <a:ext cx="9875520" cy="3824539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mg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148840"/>
            <a:ext cx="9692640" cy="3641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InsightStream End-to-End ELT Architecture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983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never lies — an exact, immutable copy of what arrived. Silver is where messy reality gets cleaned up: types fixed, columns renamed, entities joined. Gold is the only layer a business user should ever query directly, since every quality check has already been applied.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Breakdown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snowflake-connector-python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local CSV source files and loads them into Snowflake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 (raw)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Internal Stage + raw 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untransformed source data exactly as ingested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staging &amp; intermediate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Cleans column types, renames fields, joins related entities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marts (fact / dimension models)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fct_orders, dim_customers, dim_products, mart_sales_summary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 (Dockerized, LocalExecutor)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ingestion → dbt run → dbt test 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dashboards connected directly to the Gold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dbt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source table. Only type casting and column renaming — no business logic.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int_orders_enriched joins orders, order items, products, customers, and aggregated payments into a single denormalized view.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19456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 &amp; dim_products (dimensions), fct_orders (fact), mart_sales_summary (pre-aggregated by state, category, month).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24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4355287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42062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Insight — Separation of Concerns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508760" y="457200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models do exactly one thing, so they stay trivially easy to audit. Business logic lives only in intermediate and marts. If a dashboard number looks wrong, an engineer walks backward through exactly three well-defined hops — mart → intermediate → staging → raw — instead of untangling one monolithic script.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Airflow DAG (insightstream_elt_pipeline) is intentionally linear with three sequential tasks. Each task only proceeds once the previous one succeeds — guaranteeing transformations never run against incomplete or stale raw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" y="2651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8076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load_raw_data_to_snowflake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068" y="3017520"/>
            <a:ext cx="320040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39996" y="2651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39996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dbt_run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988" y="3017520"/>
            <a:ext cx="320040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471916" y="2651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471916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dbt_test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47415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279392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DAG is trivial to reason about during a 2 a.m. on-call page — there is exactly one possible point of failure to check at a time. As the pipeline grows, it can be incrementally parallelized (e.g. running independent dbt model groups concurrently) without ever losing the simple, auditable backbone of load → transform → test.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— Real, Not Synthetic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fed by the Brazilian E-Commerce Public Dataset by Olist (Kaggle): close to 100,000 real orders placed between 2016–2018 across customers, products, sellers, payments and reviews — split across 8 related CSV files.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names recorded only in Portuguese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split across multiple installments and methods per order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data that must survive every join without dropping 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554480"/>
            <a:ext cx="4261104" cy="2329222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mg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627632"/>
            <a:ext cx="4114800" cy="21829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Source Dataset — Brazilian E-Commerce Public Dataset by Olist (Kaggle)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223760" y="443484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44348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 data matters: synthetic data is clean by construction — real data offers no such guarantees, which is exactly why it's a more valuable, more realistic testing ground.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— How the Tables Connect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raw source tables are relational, not standalone — each carries keys that link it to at least one other table. Mapping these relationships correctly is what makes the staging → intermediate → marts pipeline meaningful.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2468880" cy="182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877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 (PK)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customer_unique_id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customer_city,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21488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1488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2331720"/>
            <a:ext cx="2468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5877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(PK)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 (FK)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order_status, timestamp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488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2331720"/>
            <a:ext cx="2468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5877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(FK)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 (FK)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 (FK) · price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21488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15400" y="21488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8915400" y="2331720"/>
            <a:ext cx="246888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25877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 (PK)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product_category_name  (FK)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3434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526280"/>
            <a:ext cx="246888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78231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 (PK)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seller_city, state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3434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43434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3FA7C4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4526280"/>
            <a:ext cx="2468880" cy="182880"/>
          </a:xfrm>
          <a:prstGeom prst="rect">
            <a:avLst/>
          </a:prstGeom>
          <a:solidFill>
            <a:srgbClr val="3FA7C4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478231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(FK)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payment_type, installments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3434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43434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3FA7C4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4526280"/>
            <a:ext cx="2468880" cy="182880"/>
          </a:xfrm>
          <a:prstGeom prst="rect">
            <a:avLst/>
          </a:prstGeom>
          <a:solidFill>
            <a:srgbClr val="3FA7C4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478231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(FK)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15400" y="43434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915400" y="43434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</p:sp>
      <p:sp>
        <p:nvSpPr>
          <p:cNvPr id="42" name="Shape 40"/>
          <p:cNvSpPr/>
          <p:nvPr/>
        </p:nvSpPr>
        <p:spPr>
          <a:xfrm>
            <a:off x="8915400" y="4526280"/>
            <a:ext cx="2468880" cy="182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3" name="Text 41"/>
          <p:cNvSpPr/>
          <p:nvPr/>
        </p:nvSpPr>
        <p:spPr>
          <a:xfrm>
            <a:off x="891540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category_translation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52560" y="478231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product_category_name  (PK)</a:t>
            </a:r>
            <a:endParaRPr lang="en-US" sz="9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…_name_english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17520" y="2468880"/>
            <a:ext cx="32004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06440" y="2468880"/>
            <a:ext cx="32004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0" y="2468880"/>
            <a:ext cx="32004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520440"/>
            <a:ext cx="0" cy="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520440"/>
            <a:ext cx="2788920" cy="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0" y="3520440"/>
            <a:ext cx="0" cy="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83080" y="4343400"/>
            <a:ext cx="5577840" cy="-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relational backbone shown in the dbt lineage graph (Section 3) — every Gold-layer number can be traced back through these keys to a specific raw record.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Four-Level Testing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moves from the smallest unit of logic up to the full pipeline running end-to-end — the classic “testing pyramid” applied to a data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1436" y="237744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631436" y="24323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1436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build time &amp; Power BI query response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28516" y="3227832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128516" y="32826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28516" y="3593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Bronze → Gold flow via Airflow DAG run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25596" y="4078224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25596" y="4133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5596" y="4443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Uniqueness, not-null, referential integrity (dbt test)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22676" y="4928616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3FA7C4"/>
          </a:solidFill>
          <a:ln/>
        </p:spPr>
      </p:sp>
      <p:sp>
        <p:nvSpPr>
          <p:cNvPr id="15" name="Text 13"/>
          <p:cNvSpPr/>
          <p:nvPr/>
        </p:nvSpPr>
        <p:spPr>
          <a:xfrm>
            <a:off x="3122676" y="4983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22676" y="529437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Python ingestion functions, isolated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Levels &amp; Data Quality Checks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612648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ingestion functions (table creation, file upload, COPY INTO) verified in 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execution in Airflow container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Uniqueness/not-null on primary keys; referential integrity between fct_orders &amp; dim_customers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test (schema.yml)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flow: source CSVs → Snowflake raw → dbt transforms → queryable marts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DAG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model build time and Power BI dashboard query response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run timing / Power BI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3F7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9011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5031943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791456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checks: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not_null on customer_id and product_id · not_null on order_id · not_null + relationships on fct_orders.customer_id → dim_customers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Defects — Found &amp; Fixed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10896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49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4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task logs returned HTTP 403 and were unreadable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 and scheduler containers each generated a different random Flask secret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fixed AIRFLOW__WEBSERVER__SECRET_KEY identically across all Airflow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error 090105: no current database for CREATE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Python connector session did not retain the database/schema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explicit role plus USE WAREHOUSE / DATABASE / SCHEMA statements right after connecting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error 002043: object does not exist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Warehouse/database objects had not been created successfully beforehand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 setup with fully qualified object names and verified with SHOW WAREHOUSES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C1541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1937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4956048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highlighting, not hiding: none of these were SQL logic bugs — every one was an infrastructure/config issue that only became visible once components were forced to talk to each other in a real Docker/Airflow/Snowflake environment. That's exactly what integration testing exists to catch.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Evidence &amp; Reproducibility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insightstream_elt_pipeline DAG is active, scheduled to run @daily, with a history of completed runs and the next run already queued — confirming the orchestration layer is live, not a one-off manual 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204413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s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04288"/>
            <a:ext cx="3483864" cy="1916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357565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DAG Registered with a Daily Schedule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43400" y="2240280"/>
            <a:ext cx="3611880" cy="2047187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imgs/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304288"/>
            <a:ext cx="3483864" cy="19191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4360619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Successful Pipeline Run — Attempt 1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138160" y="2240280"/>
            <a:ext cx="3611880" cy="204413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imgs/img-0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304288"/>
            <a:ext cx="3483864" cy="19161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4357565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Successful Run — Attempt 2 (Reproducibility)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3F7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an underrated quality signal — a pipeline that succeeds twice, independently, on different days is starting to demonstrate the reliability a production schedule demands.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That Outlive the Author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was produced at three levels — auto-generated technical docs from dbt, human-written setup/run instructions, and inline code documentation — so a new team member could operate the system without the original author.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89904" cy="3690067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s/img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87752"/>
            <a:ext cx="5943600" cy="35437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277819"/>
            <a:ext cx="6089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dbt Lineage Graph (Bronze → Silver → Gold)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12280" y="25146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9" name="Shape 6"/>
          <p:cNvSpPr/>
          <p:nvPr/>
        </p:nvSpPr>
        <p:spPr>
          <a:xfrm>
            <a:off x="7013448" y="271576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207" y="284652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26791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(Setup)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635240" y="304495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prerequisites, Snowflake setup, credentials, Docker stack, DAG triggering, and table verification.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12280" y="41148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14" name="Shape 10"/>
          <p:cNvSpPr/>
          <p:nvPr/>
        </p:nvSpPr>
        <p:spPr>
          <a:xfrm>
            <a:off x="7013448" y="431596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207" y="444672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4279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Docs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635240" y="464515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and single-purpose ingestion functions; dbt models organized into staging/intermediate/marts; DAG dependencies via &gt;&gt;.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812280" y="571500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19" name="Text 14"/>
          <p:cNvSpPr/>
          <p:nvPr/>
        </p:nvSpPr>
        <p:spPr>
          <a:xfrm>
            <a:off x="6995160" y="57150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factor: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docs are insurance, not waste.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Gold-layer tables (fct_orders, dim_products, mart_sales_summary) are consumed directly by Power BI Desktop over a live Snowflake connection.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02636" y="1874520"/>
            <a:ext cx="6583680" cy="3865310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s/img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076" y="1965960"/>
            <a:ext cx="6400800" cy="36824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1298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InsightStream Sales Dashboard (Power BI)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recorded sales: </a:t>
            </a:r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100,245 units of value, aggregated entirely through the dbt-modelled Gold layer.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05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signal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peak around May, dip around September, and recover by November — a clear planning signal for inventory and staffing.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052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validated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concentrates in Brazil, consistent with the dataset's origin — confirming location data survived every join.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1998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041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totals support fast inventory and marketing prioritization decisions.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41998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41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numbers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6177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totals are aggregated entirely through the dbt-modelled Gold layer, not raw, unprocessed data.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InsightStream Demonstrates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carefully layered pipeline can deliver the same core guarantees as a much larger enterprise data platform: clean separation between raw and modeled data, automated data-quality enforcement, daily unattended orchestration, multi-level documentation, and a governed, trustworthy path through to a business-facing dashboard.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InsightStream Goes Next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loading — dbt incremental models + Snowflake Streams/Tasks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GitHub Actions running dbt build &amp; dbt test on every pull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— Airflow task failures routed to Slack or email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BI — DAX measures (MoM growth, CLV) and row-level security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— extend the seasonality pattern into a demand-forecasting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the foundation so solidly that the dashboard becomes the easy part.”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InsightStream — Cloud Data Warehouse &amp; Analytics</dc:title>
  <dc:subject>PptxGenJS Presentation</dc:subject>
  <dc:creator>Youssef Ahmed Mohamed Alkamashany</dc:creator>
  <cp:lastModifiedBy>Youssef Ahmed Mohamed Alkamashany</cp:lastModifiedBy>
  <cp:revision>1</cp:revision>
  <dcterms:created xsi:type="dcterms:W3CDTF">2026-07-07T01:32:37Z</dcterms:created>
  <dcterms:modified xsi:type="dcterms:W3CDTF">2026-07-07T01:32:37Z</dcterms:modified>
</cp:coreProperties>
</file>