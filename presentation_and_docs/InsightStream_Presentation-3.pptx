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ENGINEERING · END-TO-END CASE STUDY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InsightStream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Warehouse &amp; Analytics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947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Testing · Documentation · Results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spc="1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
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Ahmed Mohamed Alkamashany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spc="1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 Adel Abdelmola Abu Taleb    •    Abdullah Mohamed Ahmed    •    Omar Abdelgawad Mahmoud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607040" y="4572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9122" y="659282"/>
            <a:ext cx="373075" cy="373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THE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Reproducible Analytics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92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messy e-commerce order data from a Brazilian marketplace is ingested, staged, cleaned, modeled, tested, orchestrated daily, documented at three independent levels, and surfaced as a live BI dashboard — every step reproduced and explained.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6492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engineering value isn't the dashboard — it's everything invisible built correctly first: a layered warehouse architecture, a four-level testing strategy that caught three real infrastructure defects, and documentation deep enough to rebuild the system from a blank machine.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52360" y="1554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80960" y="1554480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≈100K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0" y="1554480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customer orders processed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2770632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80960" y="2770632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0" y="2770632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layers: raw → silver → gold → BI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52360" y="3986784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0" y="3986784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144000" y="3986784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infrastructure defects found &amp; fixed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52360" y="5202936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80960" y="5202936"/>
            <a:ext cx="1371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0" y="5202936"/>
            <a:ext cx="2331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automated orchestration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Find Inside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6" y="186281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642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020824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ELT design, medallion data model, and the real-world dataset that powers it all.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16" y="2795504"/>
            <a:ext cx="316017" cy="3160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5968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Testing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295351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four-level testing strategy, three real defects, and proof of reproducible runs.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3728192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5295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Documentation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388620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layers designed so the system outlives its author.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6" y="4660880"/>
            <a:ext cx="316017" cy="31601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4622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17320" y="481888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Power BI dashboard built on governed data — and what the numbers say.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422392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16" y="5593568"/>
            <a:ext cx="316017" cy="31601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5394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Conclusion &amp; Roadmap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417320" y="575157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InsightStream proves, and the concrete next steps.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ELT Instead of ETL?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implements a modern ELT pipeline built entirely on cloud-native, industry-standard tools. Raw data is loaded first and transformed afterward inside the warehouse — taking advantage of Snowflake's elastic compute to run transformations at scale using SQL.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EAF3F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8346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ETL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4709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logic lives in a separate processing engine before data reaches the warehouse.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schema change requires touching pipeline code outside the warehouse.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ETL server can bottleneck at scale.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260604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8346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(InsightStream)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75120" y="3383280"/>
            <a:ext cx="4709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lands first, untouched; every transformation is a version-controlled SQL model.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Snowflake's compute scales independently of storage — transformations run as parallel, elastic SQL jobs.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source-of-truth stays in Bronze, ready to be re-run through corrected logic anytime.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ELT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411480"/>
          </a:xfrm>
          <a:prstGeom prst="roundRect">
            <a:avLst>
              <a:gd name="adj" fmla="val 13333"/>
            </a:avLst>
          </a:prstGeom>
          <a:solidFill>
            <a:srgbClr val="EAF3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end-to-end by Apache Airflow — DAG: load_raw_data → dbt_run → dbt_test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56716" y="2057400"/>
            <a:ext cx="9875520" cy="3824539"/>
          </a:xfrm>
          <a:prstGeom prst="roundRect">
            <a:avLst>
              <a:gd name="adj" fmla="val 1195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home/claude/img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2148840"/>
            <a:ext cx="9692640" cy="3641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5262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InsightStream End-to-End ELT Architecture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9834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never lies — an exact, immutable copy of what arrived. Silver is where messy reality gets cleaned up: types fixed, columns renamed, entities joined. Gold is the only layer a business user should ever query directly, since every quality check has already been applied.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Breakdown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5720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634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+ snowflake-connector-python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local CSV source files and loads them into Snowflake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 (raw)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 Internal Stage + raw schema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untransformed source data exactly as ingested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staging &amp; intermediate models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Cleans column types, renames fields, joins related entities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marts (fact / dimension models)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fct_orders, dim_customers, dim_products, mart_sales_summary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Airflow (Dockerized, LocalExecutor)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Schedules ingestion → dbt run → dbt test daily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Desktop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dashboards connected directly to the Gold 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— dbt Layers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per source table. Only type casting and column renaming — no business logic.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219456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int_orders_enriched joins orders, order items, products, customers, and aggregated payments into a single denormalized view.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2194560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 &amp; dim_products (dimensions), fct_orders (fact), mart_sales_summary (pre-aggregated by state, category, month).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21295C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2245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4355287"/>
            <a:ext cx="241402" cy="24140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08760" y="42062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Insight — Separation of Concerns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508760" y="4572000"/>
            <a:ext cx="9784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models do exactly one thing, so they stay trivially easy to audit. Business logic lives only in intermediate and marts. If a dashboard number looks wrong, an engineer walks backward through exactly three well-defined hops — mart → intermediate → staging → raw — instead of untangling one monolithic script.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Airflow DAG (insightstream_elt_pipeline) is intentionally linear with three sequential tasks. Each task only proceeds once the previous one succeeds — guaranteeing transformations never run against incomplete or stale raw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8076" y="265176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8076" y="26517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load_raw_data_to_snowflake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3068" y="3017520"/>
            <a:ext cx="320040" cy="256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39996" y="265176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39996" y="26517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dbt_run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988" y="3017520"/>
            <a:ext cx="320040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471916" y="265176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471916" y="26517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dbt_test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11480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EAF3F7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447415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4279392"/>
            <a:ext cx="9784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DAG is trivial to reason about during a 2 a.m. on-call page — there is exactly one possible point of failure to check at a time. As the pipeline grows, it can be incrementally parallelized (e.g. running independent dbt model groups concurrently) without ever losing the simple, auditable backbone of load → transform → test.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— Real, Not Synthetic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fed by the Brazilian E-Commerce Public Dataset by Olist (Kaggle): close to 100,000 real orders placed between 2016–2018 across customers, products, sellers, payments and reviews — split across 8 related CSV files.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names recorded only in Portuguese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split across multiple installments and methods per order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data that must survive every join without dropping rows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23760" y="1554480"/>
            <a:ext cx="4261104" cy="2329222"/>
          </a:xfrm>
          <a:prstGeom prst="roundRect">
            <a:avLst>
              <a:gd name="adj" fmla="val 196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/home/claude/imgs/img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1627632"/>
            <a:ext cx="4114800" cy="21829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Source Dataset — Brazilian E-Commerce Public Dataset by Olist (Kaggle)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223760" y="4434840"/>
            <a:ext cx="4572000" cy="1600200"/>
          </a:xfrm>
          <a:prstGeom prst="roundRect">
            <a:avLst>
              <a:gd name="adj" fmla="val 4571"/>
            </a:avLst>
          </a:prstGeom>
          <a:solidFill>
            <a:srgbClr val="21295C"/>
          </a:solidFill>
          <a:ln/>
        </p:spPr>
      </p:sp>
      <p:sp>
        <p:nvSpPr>
          <p:cNvPr id="10" name="Text 7"/>
          <p:cNvSpPr/>
          <p:nvPr/>
        </p:nvSpPr>
        <p:spPr>
          <a:xfrm>
            <a:off x="7452360" y="4434840"/>
            <a:ext cx="4114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real data matters: synthetic data is clean by construction — real data offers no such guarantees, which is exactly why it's a more valuable, more realistic testing ground.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 — How the Tables Connect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Gold-layer tables — fct_orders, dim_products, dim_customers, and mart_sales_summary — are wired together with real relationships directly inside Power BI's Model view.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71116" y="1965960"/>
            <a:ext cx="8046720" cy="4006589"/>
          </a:xfrm>
          <a:prstGeom prst="roundRect">
            <a:avLst>
              <a:gd name="adj" fmla="val 1141"/>
            </a:avLst>
          </a:prstGeom>
          <a:solidFill>
            <a:srgbClr val="1E1E24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home/claude/imgs/real_data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2057400"/>
            <a:ext cx="7863840" cy="38237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Power BI Model View — InsightStream Gold-Layer Relationships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Four-Level Testing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moves from the smallest unit of logic up to the full pipeline running end-to-end — the classic “testing pyramid” applied to a data pipeline.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31436" y="2377440"/>
            <a:ext cx="2926080" cy="777240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4631436" y="24323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31436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build time &amp; Power BI query response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28516" y="3227832"/>
            <a:ext cx="3931920" cy="77724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128516" y="328269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28516" y="35935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Bronze → Gold flow via Airflow DAG run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25596" y="4078224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25596" y="41330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25596" y="44439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Uniqueness, not-null, referential integrity (dbt test)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22676" y="4928616"/>
            <a:ext cx="5943600" cy="777240"/>
          </a:xfrm>
          <a:prstGeom prst="roundRect">
            <a:avLst>
              <a:gd name="adj" fmla="val 7059"/>
            </a:avLst>
          </a:prstGeom>
          <a:solidFill>
            <a:srgbClr val="3FA7C4"/>
          </a:solidFill>
          <a:ln/>
        </p:spPr>
      </p:sp>
      <p:sp>
        <p:nvSpPr>
          <p:cNvPr id="15" name="Text 13"/>
          <p:cNvSpPr/>
          <p:nvPr/>
        </p:nvSpPr>
        <p:spPr>
          <a:xfrm>
            <a:off x="3122676" y="49834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22676" y="529437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4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Python ingestion functions, isolated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Levels &amp; Data Quality Checks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834640"/>
        </p:xfrm>
        <a:graphic>
          <a:graphicData uri="http://schemas.openxmlformats.org/drawingml/2006/table">
            <a:tbl>
              <a:tblPr/>
              <a:tblGrid>
                <a:gridCol w="1828800"/>
                <a:gridCol w="6126480"/>
                <a:gridCol w="3108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Tested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ingestion functions (table creation, file upload, COPY INTO) verified in isolation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execution in Airflow container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Uniqueness/not-null on primary keys; referential integrity between fct_orders &amp; dim_customers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test (schema.yml)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flow: source CSVs → Snowflake raw → dbt transforms → queryable marts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DAG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model build time and Power BI dashboard query response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run timing / Power BI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091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AF3F7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49011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5031943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4791456"/>
            <a:ext cx="9966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checks: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+ not_null on customer_id and product_id · not_null on order_id · not_null + relationships on fct_orders.customer_id → dim_customers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Real Defects — Found &amp; Fixed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108960"/>
        </p:xfrm>
        <a:graphic>
          <a:graphicData uri="http://schemas.openxmlformats.org/drawingml/2006/table">
            <a:tbl>
              <a:tblPr/>
              <a:tblGrid>
                <a:gridCol w="3566160"/>
                <a:gridCol w="3749040"/>
                <a:gridCol w="37490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5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5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541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task logs returned HTTP 403 and were unreadable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Webserver and scheduler containers each generated a different random Flask secret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a fixed AIRFLOW__WEBSERVER__SECRET_KEY identically across all Airflow 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 error 090105: no current database for CREATE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Python connector session did not retain the database/schema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explicit role plus USE WAREHOUSE / DATABASE / SCHEMA statements right after connecting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 error 002043: object does not exist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Warehouse/database objects had not been created successfully beforehand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Re-ran setup with fully qualified object names and verified with SHOW WAREHOUSES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21295C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C1541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19379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4956048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highlighting, not hiding: none of these were SQL logic bugs — every one was an infrastructure/config issue that only became visible once components were forced to talk to each other in a real Docker/Airflow/Snowflake environment. That's exactly what integration testing exists to catch.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Evidence &amp; Reproducibility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insightstream_elt_pipeline DAG is active, scheduled to run @daily, with a history of completed runs and the next run already queued — confirming the orchestration layer is live, not a one-off manual script.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11880" cy="2044133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mgs/img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304288"/>
            <a:ext cx="3483864" cy="19161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357565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DAG Registered with a Daily Schedule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343400" y="2240280"/>
            <a:ext cx="3611880" cy="2047187"/>
          </a:xfrm>
          <a:prstGeom prst="roundRect">
            <a:avLst>
              <a:gd name="adj" fmla="val 223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/home/claude/imgs/img-0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304288"/>
            <a:ext cx="3483864" cy="19191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3400" y="4360619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4: Successful Pipeline Run — Attempt 1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138160" y="2240280"/>
            <a:ext cx="3611880" cy="2044133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/home/claude/imgs/img-0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2304288"/>
            <a:ext cx="3483864" cy="19161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38160" y="4357565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5: Successful Run — Attempt 2 (Reproducibility)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3F7"/>
          </a:solidFill>
          <a:ln/>
        </p:spPr>
      </p:sp>
      <p:sp>
        <p:nvSpPr>
          <p:cNvPr id="15" name="Text 10"/>
          <p:cNvSpPr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is an underrated quality signal — a pipeline that succeeds twice, independently, on different days is starting to demonstrate the reliability a production schedule demands.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DOCUMENTATION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 That Outlive the Author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was produced at three levels — auto-generated technical docs from dbt, human-written setup/run instructions, and inline code documentation — so a new team member could operate the system without the original author.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089904" cy="3690067"/>
          </a:xfrm>
          <a:prstGeom prst="roundRect">
            <a:avLst>
              <a:gd name="adj" fmla="val 1239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home/claude/imgs/img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587752"/>
            <a:ext cx="5943600" cy="35437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277819"/>
            <a:ext cx="6089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6: dbt Lineage Graph (Bronze → Silver → Gold)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812280" y="251460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EAF3F7"/>
          </a:solidFill>
          <a:ln/>
        </p:spPr>
      </p:sp>
      <p:sp>
        <p:nvSpPr>
          <p:cNvPr id="9" name="Shape 6"/>
          <p:cNvSpPr/>
          <p:nvPr/>
        </p:nvSpPr>
        <p:spPr>
          <a:xfrm>
            <a:off x="7013448" y="2715768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207" y="2846527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5240" y="26791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(Setup)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635240" y="3044952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prerequisites, Snowflake setup, credentials, Docker stack, DAG triggering, and table verification.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812280" y="411480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EAF3F7"/>
          </a:solidFill>
          <a:ln/>
        </p:spPr>
      </p:sp>
      <p:sp>
        <p:nvSpPr>
          <p:cNvPr id="14" name="Shape 10"/>
          <p:cNvSpPr/>
          <p:nvPr/>
        </p:nvSpPr>
        <p:spPr>
          <a:xfrm>
            <a:off x="7013448" y="4315968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207" y="4446727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35240" y="42793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Code Docs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635240" y="4645152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and single-purpose ingestion functions; dbt models organized into staging/intermediate/marts; DAG dependencies via &gt;&gt;.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812280" y="5715000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21295C"/>
          </a:solidFill>
          <a:ln/>
        </p:spPr>
      </p:sp>
      <p:sp>
        <p:nvSpPr>
          <p:cNvPr id="19" name="Text 14"/>
          <p:cNvSpPr/>
          <p:nvPr/>
        </p:nvSpPr>
        <p:spPr>
          <a:xfrm>
            <a:off x="6995160" y="57150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factor: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docs are insurance, not waste.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Gold-layer tables (fct_orders, dim_products, mart_sales_summary) are consumed directly by Power BI Desktop over a live Snowflake connection.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02636" y="1874520"/>
            <a:ext cx="6583680" cy="3865310"/>
          </a:xfrm>
          <a:prstGeom prst="roundRect">
            <a:avLst>
              <a:gd name="adj" fmla="val 118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imgs/img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4076" y="1965960"/>
            <a:ext cx="6400800" cy="36824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81298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7: InsightStream Sales Dashboard (Power BI)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recorded sales: </a:t>
            </a:r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100,245 units of value, aggregated entirely through the dbt-modelled Gold layer.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7A3F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0052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4708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signal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peak around May, dip around September, and recover by November — a clear planning signal for inventory and staffing.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AF3F7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7A3FA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99" y="200527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4708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validated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7960" y="24231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concentrates in Brazil, consistent with the dataset's origin — confirming location data survived every join.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AF3F7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7A3FA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19983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04164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6177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totals support fast inventory and marketing prioritization decisions.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8404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AF3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069080"/>
            <a:ext cx="502920" cy="502920"/>
          </a:xfrm>
          <a:prstGeom prst="ellipse">
            <a:avLst/>
          </a:prstGeom>
          <a:solidFill>
            <a:srgbClr val="7A3FA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999" y="419983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04164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numbers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7960" y="46177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totals are aggregated entirely through the dbt-modelled Gold layer, not raw, unprocessed data.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InsightStream · Cloud Data Warehouse &amp; Analytics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InsightStream Demonstrates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carefully layered pipeline can deliver the same core guarantees as a much larger enterprise data platform: clean separation between raw and modeled data, automated data-quality enforcement, daily unattended orchestration, multi-level documentation, and a governed, trustworthy path through to a business-facing dashboard.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InsightStream Goes Next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loading — dbt incremental models + Snowflake Streams/Tasks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— GitHub Actions running dbt build &amp; dbt test on every pull request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— Airflow task failures routed to Slack or email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BI — DAX measures (MoM growth, CLV) and row-level security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— extend the seasonality pattern into a demand-forecasting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the foundation so solidly that the dashboard becomes the easy part.”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InsightStream — Cloud Data Warehouse &amp; Analytics</dc:title>
  <dc:subject>PptxGenJS Presentation</dc:subject>
  <dc:creator>Youssef Ahmed Mohamed Alkamashany</dc:creator>
  <cp:lastModifiedBy>Youssef Ahmed Mohamed Alkamashany</cp:lastModifiedBy>
  <cp:revision>1</cp:revision>
  <dcterms:created xsi:type="dcterms:W3CDTF">2026-07-07T16:07:50Z</dcterms:created>
  <dcterms:modified xsi:type="dcterms:W3CDTF">2026-07-07T16:07:50Z</dcterms:modified>
</cp:coreProperties>
</file>